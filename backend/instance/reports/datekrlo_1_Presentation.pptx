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datekrlo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Investor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 want to build an dating app for pakistani teenager whos in collage and university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Size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TAM: $150M</a:t>
            </a:r>
          </a:p>
          <a:p>
            <a:r>
              <a:t>SAM: $40M</a:t>
            </a:r>
          </a:p>
          <a:p>
            <a:r>
              <a:t>SOM: $5M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Huge youth population in Pakistan with many university students.</a:t>
            </a:r>
          </a:p>
          <a:p>
            <a:r>
              <a:t>Local focus can help users feel more understood than on global apps.</a:t>
            </a:r>
          </a:p>
          <a:p>
            <a:r>
              <a:t>High use of smartphones and cheap internet among students.</a:t>
            </a:r>
          </a:p>
          <a:p>
            <a:r>
              <a:t>Strong desire for social connection in a restricted social environment.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&amp;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Strong cultural and religious opposition to the concept of dating.</a:t>
            </a:r>
          </a:p>
          <a:p>
            <a:r>
              <a:t>Safety risks for women including harassment and fake profiles.</a:t>
            </a:r>
          </a:p>
          <a:p>
            <a:r>
              <a:t>Legal issues and age restrictions, especially when targeting 'teenagers'.</a:t>
            </a:r>
          </a:p>
          <a:p>
            <a:r>
              <a:t>Risk of the app being banned by the government (like Tinder/Grindr in the past).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